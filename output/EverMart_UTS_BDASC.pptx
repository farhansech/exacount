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Pelanggan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South America</c:v>
                  </c:pt>
                  <c:pt idx="1">
                    <c:v>Europe</c:v>
                  </c:pt>
                  <c:pt idx="2">
                    <c:v>North America</c:v>
                  </c:pt>
                  <c:pt idx="3">
                    <c:v>Asia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50</c:v>
                </c:pt>
                <c:pt idx="2">
                  <c:v>46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Pendaftar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57</c:v>
                </c:pt>
                <c:pt idx="2">
                  <c:v>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Rata-rata harga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Books</c:v>
                  </c:pt>
                  <c:pt idx="1">
                    <c:v>Electronics</c:v>
                  </c:pt>
                  <c:pt idx="2">
                    <c:v>Clothing</c:v>
                  </c:pt>
                  <c:pt idx="3">
                    <c:v>Home Decor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292.21</c:v>
                </c:pt>
                <c:pt idx="1">
                  <c:v>275.35</c:v>
                </c:pt>
                <c:pt idx="2">
                  <c:v>263.72</c:v>
                </c:pt>
                <c:pt idx="3">
                  <c:v>235.02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Pembukaan: sebutkan nama, mata kuliah, dan dataset yang dipilih.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Jumlah baris dan kolom tabel Transactions perlu diisi dari data transaksi.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Sesuaikan kotak Transformasi dengan langkah Power Query yang benar-benar dilakukan.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 dashboard di Power BI: klik wilayah di peta dan tunjukkan grafik lain ikut berubah.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Tambahkan interpretasi revenue dan produk terlaris setelah data transaksi diperiksa.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97280"/>
            <a:ext cx="3291840" cy="3291840"/>
          </a:xfrm>
          <a:prstGeom prst="ellipse">
            <a:avLst/>
          </a:prstGeom>
          <a:solidFill>
            <a:srgbClr val="1B7F8C">
              <a:alpha val="70000"/>
            </a:srgbClr>
          </a:solidFill>
          <a:ln w="12700">
            <a:solidFill>
              <a:srgbClr val="1B7F8C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1645920" cy="1645920"/>
          </a:xfrm>
          <a:prstGeom prst="ellipse">
            <a:avLst/>
          </a:prstGeom>
          <a:solidFill>
            <a:srgbClr val="F28C28">
              <a:alpha val="80000"/>
            </a:srgbClr>
          </a:solidFill>
          <a:ln w="12700">
            <a:solidFill>
              <a:srgbClr val="F28C28">
                <a:alpha val="8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dan Visualisasi Data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EverMart Online Transactions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Analisis dan Visualisasi Big Data (BDASC)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Surabaya  |  19 Oktober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analisis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Memahami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Mengenali struktur, variabel, dan kualitas data pelanggan, produk, dan transaksi EverMart.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Menemukan pola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Melihat profil pelanggan per wilayah, tren pendaftaran, serta sebaran harga produk per kategori.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Mendukung keputusan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Menyusun dashboard Power BI interaktif dan rekomendasi bagi manajemen EverMart.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EverMart adalah toko online dengan pelanggan di 4 wilayah dan 4 kategori produk.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Karakteristik dataset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(tabel Customers, 4 kolom)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(tabel Products, 4 kolom)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tabel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bintang: Transactions + 2 dimensi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Relasi antar tabel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menghubungkan Customers (CustomerID) dan Products (ProductID). Satu pelanggan dapat memiliki banyak transaksi, dan satu produk dapat terjual berkali-kali. Sumber: file evermart_online_transactions.xlsx dan dua file CSV.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 pada tiap tabel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C0001 - C0200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Kategorikal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2022 - 2024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P001 - P100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produk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Kategorikal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kategori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16,08 - 497,76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Transactions: TransactionID, CustomerID, ProductID, TransactionDate, TotalValue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lain pada Transactions diisi setelah file transaksi diperiksa.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Pemeriksaan kualitas dan transformasi data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awal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file CSV dan satu file Excel dimuat ke Power BI. Tabel Customers 200 baris dan Products 100 baris.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Hasil pemeriksaan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nilai kosong. Tidak ada ID ganda. 34 nama produk berulang dengan harga berbeda, jadi ProductID dipakai sebagai kunci.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Transformasi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Tipe data diatur (tanggal, angka, teks), lalu tabel dihubungkan lewat CustomerID dan ProductID di model data.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 pelanggan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Pelanggan per wilayah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309360" y="1234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Pendaftar baru per tahun</a:t>
            </a:r>
            <a:endParaRPr lang="en-US" sz="20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309360" y="1645920"/>
          <a:ext cx="53035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terbesar (29,5%). Pendaftar 2024 naik sekitar 38% dari 2023.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 produk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Rata-rata harga per kategori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6459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produk, 4 kategori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29260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267,55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3749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rata-rata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42062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16 - 498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5029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rentang harga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data dan penggunaan DAX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di dashboard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 rumus DAX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SUM(Transactions[TotalValue])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Transactions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DISTINCTCOUNT(Transactions[TransactionID])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Unique Customers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DISTINCTCOUNT(Customers[CustomerID])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Products Listed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DISTINCTCOUNT(Products[ProductID])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Total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CALCULATE([Total Revenue], ALL(Customers[Region])))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 adalah contoh umum dan perlu disamakan dengan measure di file .pbix.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interaktif Power BI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1: Revenue Report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4937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Total Revenue per waktu. Bar chart penjualan per produk. Donut chart penjualan per kategori. Tabel ringkasan: produk, pelanggan, transaksi, revenue.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2: Customer Behavior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48840"/>
            <a:ext cx="4937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pelanggan per wilayah. Tabel Share of Total untuk produk terjual, pelanggan, transaksi, dan revenue. Filter Region dan Category memudahkan eksplorasi.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Interpretasi hasil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merata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tersebar di 4 wilayah dengan South America sedikit di atas. Tidak ada wilayah yang terlalu dominan.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Akuisisi menguat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 2024 (79) melampaui 2022 (64) dan 2023 (57), menandakan pertumbuhan basis pelanggan.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Harga seragam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tersebar 16 - 498 di semua kategori, rata-rata antar kategori mirip. Nama produk tidak sesuai kategorinya.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Rekomendasi keputusan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Pertahankan momentum 2024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Lanjutkan kampanye akuisisi yang berjalan di 2024 dan ukur dampaknya pada transaksi.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Fokus per wilayah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Sesuaikan promosi dengan wilayah, mulai dari South America yang pelanggannya terbanyak.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Rapikan data produk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976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Samakan nama produk dengan kategorinya agar analisis dan katalog akurat.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Perkuat analisis transaksi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976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revenue per produk dan wilayah untuk menentukan produk prioritas.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EverMart Online Transactions</dc:title>
  <dc:subject>PptxGenJS Presentation</dc:subject>
  <dc:creator>PptxGenJS</dc:creator>
  <cp:lastModifiedBy>PptxGenJS</cp:lastModifiedBy>
  <cp:revision>1</cp:revision>
  <dcterms:created xsi:type="dcterms:W3CDTF">2026-10-17T12:39:30Z</dcterms:created>
  <dcterms:modified xsi:type="dcterms:W3CDTF">2026-10-17T12:39:30Z</dcterms:modified>
</cp:coreProperties>
</file>